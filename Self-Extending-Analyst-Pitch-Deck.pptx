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051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554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548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1051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1554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548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1051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1554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548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1051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0" y="1554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0" y="548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0" y="1051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0" y="1554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116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Self-Extending Analyst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58368" y="3063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that queries Exasol — and writes its own tools when it hits a wall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" y="365760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404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SQL and existing tools can't answer a question, the agent drafts a new Python UDF,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it in a sandbox against known test cases, registers it in Exasol, and answers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new capability stays available forever.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Exasol SaaS  |  Gemini / Ollama / Groq  |  Streamlit + CLI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agents are frozen the day they 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19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has limits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analyses need custom logic — statistics, parsing, transforms — that plain SQL can't express.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7706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toolsets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0815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tools means every new kind of question needs a developer to add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822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gaps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1330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can't answer something today, that gap resurfaces every time it's asked again.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generated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184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an LLM write code that touches a production database is risky without validation.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737360"/>
            <a:ext cx="4480560" cy="41148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unanswered question 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dead end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31520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...unless the agent can extend its 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and remember what it learned.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4251960"/>
            <a:ext cx="39319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434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turns each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 into a permanent, validated,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tool — not a repeated failure.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grows its own toolkit, one validated UDF at a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2148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30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attempts the question with SQL and its existing registered UDFs.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8745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5132" y="21488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513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931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in the toolkit can answer it, flags a genuine capability gap.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8745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47204" y="2148840"/>
            <a:ext cx="640080" cy="640080"/>
          </a:xfrm>
          <a:prstGeom prst="ellipse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720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01384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Validate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Python UDF and tests it in a sandboxed subprocess against known-answer cases.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18745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9276" y="2148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927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63456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Answer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27464" y="338328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100%-passing UDF is registered permanently in Exasol, then used to answer.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a question and an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38528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3378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3378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1826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6676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676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Existing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5124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9975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7A5A2E"/>
          </a:solidFill>
          <a:ln w="12700">
            <a:solidFill>
              <a:srgbClr val="7A5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9975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8423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33273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3273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31721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06571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6571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05019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79869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9869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78317" y="2788920"/>
            <a:ext cx="74850" cy="0"/>
          </a:xfrm>
          <a:prstGeom prst="line">
            <a:avLst/>
          </a:prstGeom>
          <a:noFill/>
          <a:ln w="190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53167" y="233172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53167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fails, the error report is fed back to the agent for a bounded number of revise-and-retry attempts.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 Calling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uses the model's native function/tool calling — no fragile prompt parsing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16552" y="42976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45152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MAX_UDF_REPAIR_ATTEMPTS caps how many times a failing UDF gets revised before giving up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93024" y="42976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1624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Memory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21624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UDF persists in Exasol — available to this session and all future ones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8424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db/exasol_client.py — connection pool, query execution, schema introspection, UDF DDL.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7373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1600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Schema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198424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db/schema.sql — the agent_registry.udf_catalog table: the toolkit and its audit log.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64992"/>
            <a:ext cx="731520" cy="731520"/>
          </a:xfrm>
          <a:prstGeom prst="ellipse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64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3227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3611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tools/mcp_tools.py — callable functions exposed to the LLM: list_schema, run_sql, register_udf, run_udf, list_toolkit.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044952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364992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364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52360" y="3227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Adapter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611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agent/model_adapter.py — one interface, three backends: Gemini, Ollama, Groq, swapped via config.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672584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992624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926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8554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Harness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83080" y="523951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agent/validation.py — runs a candidate UDF in a sandboxed subprocess against known test cases.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672584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4992624"/>
            <a:ext cx="731520" cy="731520"/>
          </a:xfrm>
          <a:prstGeom prst="ellipse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9926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52360" y="48554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523951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agent/agent_loop.py — the core plan → try → detect gap → write → validate → register → answer loop.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system, top to bottom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64592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88920" y="17373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SaaS (pyexasol)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6032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77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23774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(google-genai)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200400"/>
            <a:ext cx="164592" cy="164592"/>
          </a:xfrm>
          <a:prstGeom prst="rect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88920" y="30175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(openai-compatible)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40480"/>
            <a:ext cx="164592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576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88920" y="36576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92024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7373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17373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37744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560320"/>
            <a:ext cx="164592" cy="164592"/>
          </a:xfrm>
          <a:prstGeom prst="rect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377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58200" y="23774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01752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200400"/>
            <a:ext cx="164592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30175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657600"/>
            <a:ext cx="5349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384048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6576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58200" y="36576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(retries)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Model Backend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three interchangeable LLM providers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4540" y="196596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45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provider. Cloud-hosted via Google AI Studio API key.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11012" y="19659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101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cloud fallback — fast inference, useful under rate limits.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87484" y="1965960"/>
            <a:ext cx="731520" cy="731520"/>
          </a:xfrm>
          <a:prstGeom prst="ellipse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7484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7344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fallback — works with no internet, e.g. on venue wifi.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MODEL_PROVIDER=gemini | ollama | groq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in .env. agent/model_adapter.get_adapter() reads it — nothing else in the agent loop changes.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Safety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self-written UDF is never trusted on the LLM's word alone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260604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260604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timeout,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60604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known-correct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81160" y="260604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report is fed back to the agent, which revises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retries — up to MAX_UDF_REPAIR_ATTEMPTS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giving up on that approach.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886200"/>
            <a:ext cx="0" cy="187452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UDF is registered in Exasol's agent_registry.udf_catalog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becomes a trusted, permanent tool — available to 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and every future one like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Registry: The Toolkit &amp; Its Audit 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self-written tool, why it was made, and proof it passed validation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udf_name   |   purpose   |   signature   |   source_code   |   test_report   |   created_at   |   created_for_question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327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median_order_value_by_region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2514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median (not just mean) order value grouped by region, excluding refunds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5256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validated on 4 known cases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haversine_distance_km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 between two lat/lon points for delivery-radius questions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5 known coordinate pairs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parse_semver_major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4069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major version number from a semantic version string column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5256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edge cases: pre-release, build metadata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examples — the actual catalog grows from whatever questions the agent is asked.)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"What's the median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value per region,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excluding refunds?"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live trace: plan → tool calls → gap detected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→ registered → final answer, straight to the terminal.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dependencies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260604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EAF2F6"/>
          </a:solidFill>
          <a:ln w="12700">
            <a:solidFill>
              <a:srgbClr val="C3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063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ui/app.py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605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trace panel showing: plan → gap detected → UDF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→ validated → registered → answered, plus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panel of the toolkit built up so far.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SaaS (free Personal tier) — no local Docker instance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database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5819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cloud.exasol.com and create a database + cluster on the free Personal tier.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4780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your IP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0" y="247802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cluster's Security / Connect via tools page, allow-list the IP of the machine running this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3FBFB0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3741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connection details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0" y="33741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connection string, port (default 8563), and username from the Databases page.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270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0" y="42702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Personal Access Token from the user menu — this is your EXASOL_PASSWORD, shown only once.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init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0" y="5166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.env, then run db.exasol_client --init (add --seed for demo data).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Self-Extending Analyst  •  Agentic AI on Exasol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120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623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6126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5120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5623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6126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5120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5623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6126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5120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5623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0" y="6126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0" y="512064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0" y="562356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0" y="6126480"/>
            <a:ext cx="73152" cy="731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8368" y="196596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doesn't just answer questions — it grows more capable every time it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one it can't. Every self-written UDF is validated before it's trusted, and every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UDF stays available forever, turning gaps into permanent tools.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42900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Exasol SaaS  |  Gemini / Ollama / Groq  |  Streamlit + CLI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2026-09-13T15:55:07Z</dcterms:created>
  <dcterms:modified xsi:type="dcterms:W3CDTF">2026-09-13T15:55:07Z</dcterms:modified>
</cp:coreProperties>
</file>